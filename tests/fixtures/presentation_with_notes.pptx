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for presenter: Highlight the 200 seconds speedup vs supercomputer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Operations and Quantum Computing Benchmarks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99.995%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Global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Quantum Processing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Quantum supremacy benchmark was completed in 200 seconds across 53 qubits.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Transitioning to fault-tolerant logical qubit validation in Q4.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